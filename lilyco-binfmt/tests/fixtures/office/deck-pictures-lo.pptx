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084AA0F-00C0-4BAE-A542-73097383D0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175F256-8E05-43B4-A8D9-53BA249EF1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9873FA-ED84-4628-A948-DD5E2F0ED7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92F287-BC62-43C0-94BB-D80C34915E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DBF993-6D68-4B77-853E-C9D04D3D7A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54BC41-5576-4754-A5E6-C8E1BC7C23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907B7D-87CC-46ED-BBE6-9DB2EF27EB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FBE238-7103-4C25-932B-150DA0E1CD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309E9F-CC6D-48FA-A54F-188BCD0F3A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3CF834-925B-4237-AB1B-1D32F8983E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BE4183-552F-44CB-A871-9F913C0376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282D47-FDEB-438C-A605-B3185932CF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A55680-68A7-47D2-83E2-D580FBF658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红点" descr="一个红点"/>
          <p:cNvPicPr/>
          <p:nvPr/>
        </p:nvPicPr>
        <p:blipFill>
          <a:blip r:embed="rId1"/>
          <a:stretch/>
        </p:blipFill>
        <p:spPr>
          <a:xfrm>
            <a:off x="360000" y="360000"/>
            <a:ext cx="1439640" cy="86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" descr="dot.png"/>
          <p:cNvPicPr/>
          <p:nvPr/>
        </p:nvPicPr>
        <p:blipFill>
          <a:blip r:embed="rId1"/>
          <a:stretch/>
        </p:blipFill>
        <p:spPr>
          <a:xfrm>
            <a:off x="3600000" y="1800000"/>
            <a:ext cx="507600" cy="30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360000" y="360000"/>
            <a:ext cx="1552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没有图的一页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