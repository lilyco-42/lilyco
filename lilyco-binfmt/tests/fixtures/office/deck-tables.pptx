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表格那一页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</a:tblGrid>
              <a:tr h="609600">
                <a:tc gridSpan="2">
                  <a:txBody>
                    <a:bodyPr/>
                    <a:lstStyle/>
                    <a:p>
                      <a:r>
                        <a:t>科目</a:t>
                      </a:r>
                    </a:p>
                    <a:p>
                      <a:r>
                        <a:t>金额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备注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服务器</a:t>
                      </a:r>
                    </a:p>
                  </a:txBody>
                  <a:tcPr anchor="b" marL="91440" marR="45720"/>
                </a:tc>
                <a:tc>
                  <a:txBody>
                    <a:bodyPr/>
                    <a:lstStyle/>
                    <a:p>
                      <a:r>
                        <a:t>124000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t>含税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网络</a:t>
                      </a:r>
                    </a:p>
                    <a:p>
                      <a:r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季度预算说明</dc:title>
  <dc:subject/>
  <dc:creator>liuqi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