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第一页：看得见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第二页：放映时藏起来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藏起来那页也有字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