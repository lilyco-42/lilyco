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一月</c:v>
                </c:pt>
                <c:pt idx="1">
                  <c:v>二月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10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支出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一月</c:v>
                </c:pt>
                <c:pt idx="1">
                  <c:v>二月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</c:ser>
        <c:gapWidth val="150"/>
        <c:overlap val="0"/>
        <c:axId val="1750498"/>
        <c:axId val="84478096"/>
      </c:barChart>
      <c:catAx>
        <c:axId val="1750498"/>
        <c:scaling>
          <c:orientation val="minMax"/>
        </c:scaling>
        <c:delete val="0"/>
        <c:axPos val="b"/>
        <c:numFmt formatCode="[$-804]yyyy/m/d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4478096"/>
        <c:crosses val="autoZero"/>
        <c:auto val="1"/>
        <c:lblAlgn val="ctr"/>
        <c:lblOffset val="100"/>
        <c:noMultiLvlLbl val="0"/>
      </c:catAx>
      <c:valAx>
        <c:axId val="8447809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75049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占比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F81BD"/>
              </a:solidFill>
              <a:ln w="0">
                <a:noFill/>
              </a:ln>
            </c:spPr>
          </c:dPt>
          <c:dPt>
            <c:idx val="1"/>
            <c:spPr>
              <a:solidFill>
                <a:srgbClr val="C0504D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cat>
            <c:strRef>
              <c:f>categories</c:f>
              <c:strCache>
                <c:ptCount val="2"/>
                <c:pt idx="0">
                  <c:v>服务器</c:v>
                </c:pt>
                <c:pt idx="1">
                  <c:v>网络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124000</c:v>
                </c:pt>
                <c:pt idx="1">
                  <c:v>18000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D4EEE83-1E55-4F46-8E3F-3934750D0D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391B2AF-117A-4D92-992E-BCD39A183D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513122-43F6-4C32-949F-110BA74EC6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013423-EE46-4B07-ACE7-E747E459F3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4DE3D1-0FCB-42ED-8286-35F4E104B8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77035B-4750-45A7-B767-5199847662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774F4D-AD60-4AA3-86FC-61A88ACB38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D4D4E5-D656-4119-BE09-4EBDD7764D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128B81-860E-417F-9173-7B39F36BF0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677354-CA7D-41B3-89A0-672F387F7A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A758E1-616F-46CD-8A88-4C032D3D44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BCB985-503A-4719-8ABF-07C20E2AEA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BCFB53-4651-413F-9A18-CCE0FB71BF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914400" y="365760"/>
            <a:ext cx="1600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逐月收支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Chart 2"/>
          <p:cNvGraphicFramePr/>
          <p:nvPr/>
        </p:nvGraphicFramePr>
        <p:xfrm>
          <a:off x="914400" y="1463040"/>
          <a:ext cx="4571640" cy="310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5" name="Chart 3"/>
          <p:cNvGraphicFramePr/>
          <p:nvPr/>
        </p:nvGraphicFramePr>
        <p:xfrm>
          <a:off x="5852160" y="1463040"/>
          <a:ext cx="2742840" cy="310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914400" y="914400"/>
            <a:ext cx="2238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这一页一张图也没有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