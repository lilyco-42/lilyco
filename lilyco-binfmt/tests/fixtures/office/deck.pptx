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评审时先讲口径再讲数字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预算评审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新增两台 64 核应用服务器</a:t>
            </a:r>
          </a:p>
          <a:p>
            <a:r>
              <a:t>第二条要点</a:t>
            </a:r>
          </a:p>
        </p:txBody>
      </p:sp>
      <p:pic>
        <p:nvPicPr>
          <p:cNvPr id="4" name="Picture 3" descr="d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8288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第二页：数字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科目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金额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服务器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124000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季度预算说明</dc:title>
  <dc:subject/>
  <dc:creator>liuqi</dc:creator>
  <cp:keywords>budget,quarterly</cp:keywords>
  <dc:description>fixture produced by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