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&lt;日期/时间&gt;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99181F9-65A6-4BE2-A0E5-8D965469D71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&lt;编号&gt;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&lt;日期/时间&gt;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353620A-D0EE-43FB-96DB-B485175AD0B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&lt;编号&gt;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&lt;日期/时间&gt;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F4AA6F6-245B-4FC4-B365-495DF91030E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&lt;编号&gt;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&lt;日期/时间&gt;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3E2CB14-8A9C-48C6-85FE-7863EED3D90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&lt;编号&gt;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&lt;日期/时间&gt;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CC932A3-B969-4840-BDD7-EFCB8C6EBA7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&lt;编号&gt;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&lt;日期/时间&gt;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47BCF0F-729C-4A33-AE20-6B5215C653A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&lt;编号&gt;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&lt;日期/时间&gt;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6C58E7F-ADD0-48D6-8FEA-C7CFCE57028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&lt;编号&gt;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&lt;日期/时间&gt;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020EA7F-C205-45C7-A4A7-A6B69500BE5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&lt;编号&gt;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zh-CN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zh-CN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zh-CN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zh-CN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点击以编辑提纲文本格式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CN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第二提纲级别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第三提纲级别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C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第四提纲级别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第五提纲级别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第六提纲级别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第七提纲级别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&lt;日期/时间&gt;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0CFB0C0-4AD3-4C5F-A455-B47B86A410A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&lt;编号&gt;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&lt;日期/时间&gt;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959C737-5783-4191-AC03-4BEA68C245F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&lt;编号&gt;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pic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 algn="l">
              <a:buNone/>
            </a:pPr>
            <a:r>
              <a:rPr lang="zh-CN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双击添加图像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&lt;日期/时间&gt;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CB50D2C-227F-44AC-AE25-2907A893A09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&lt;编号&gt;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buNone/>
            </a:pP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graphicFrame>
        <p:nvGraphicFramePr>
          <p:cNvPr id="61" name="Table 2"/>
          <p:cNvGraphicFramePr/>
          <p:nvPr/>
        </p:nvGraphicFramePr>
        <p:xfrm>
          <a:off x="548640" y="1463040"/>
          <a:ext cx="5486040" cy="146304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</a:tblGrid>
              <a:tr h="73152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zh-CN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贴顶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zh-CN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居中且整块居中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731520">
                <a:tc>
                  <a:txBody>
                    <a:bodyPr anchor="b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zh-CN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贴底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zh-CN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两端对齐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buNone/>
            </a:pP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graphicFrame>
        <p:nvGraphicFramePr>
          <p:cNvPr id="63" name="Table 2"/>
          <p:cNvGraphicFramePr/>
          <p:nvPr/>
        </p:nvGraphicFramePr>
        <p:xfrm>
          <a:off x="548640" y="1463040"/>
          <a:ext cx="5486040" cy="82296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</a:tblGrid>
              <a:tr h="8229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zh-CN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两枚都不写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zh-CN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也不写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itchFamily="0" charset="1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LibreOffice/26.8.0.3$Windows_X86_64 LibreOffice_project/bce0998afefdbc355585ca324285661a2170ba77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zh-CN</dc:language>
  <cp:lastModifiedBy>Steve Canny</cp:lastModifiedBy>
  <dcterms:modified xsi:type="dcterms:W3CDTF">2013-01-27T09:15:58Z</dcterms:modified>
  <cp:revision>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