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30781DC-0E03-4A3B-BCEF-0DDA680206B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873D21-5F1E-42AA-B926-818B7673A7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9D842D-8B01-474C-8315-A7FA9F7B9E6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C2B5F8-ABE3-4786-AECE-B637C7F23C3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B4E364-2461-4F96-AEE3-1E2BD59C2A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4023C2-0016-45CC-A281-4702E58F811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29B4659-3355-4168-B146-38483D16205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71EF88-F3D3-433F-B0D8-F02D3DD2CA5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34381F-A5A0-457C-B05F-02E61BFB1EF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单击以编辑标题文本格式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23FE8D7-D01B-4DC1-A1E1-D1D8AB46A2A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双击添加图像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AECD816-675E-49F0-9EC2-B1CAF5AB1D5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散着的框"/>
          <p:cNvSpPr/>
          <p:nvPr/>
        </p:nvSpPr>
        <p:spPr>
          <a:xfrm>
            <a:off x="100080" y="100080"/>
            <a:ext cx="19998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页上一个散着的框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2" name="三个框的组合"/>
          <p:cNvGrpSpPr/>
          <p:nvPr/>
        </p:nvGrpSpPr>
        <p:grpSpPr>
          <a:xfrm>
            <a:off x="0" y="0"/>
            <a:ext cx="2899800" cy="899640"/>
            <a:chOff x="0" y="0"/>
            <a:chExt cx="2899800" cy="899640"/>
          </a:xfrm>
        </p:grpSpPr>
        <p:sp>
          <p:nvSpPr>
            <p:cNvPr id="63" name="组合里的第1个"/>
            <p:cNvSpPr/>
            <p:nvPr/>
          </p:nvSpPr>
          <p:spPr>
            <a:xfrm>
              <a:off x="0" y="0"/>
              <a:ext cx="1399680" cy="39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组合里第一个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组合里的第2个"/>
            <p:cNvSpPr/>
            <p:nvPr/>
          </p:nvSpPr>
          <p:spPr>
            <a:xfrm>
              <a:off x="1500120" y="0"/>
              <a:ext cx="1399680" cy="39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组合里第二个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组合里的第3个"/>
            <p:cNvSpPr/>
            <p:nvPr/>
          </p:nvSpPr>
          <p:spPr>
            <a:xfrm>
              <a:off x="0" y="500040"/>
              <a:ext cx="2899800" cy="39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组合里第三个（宽一点）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LibreOffice/26.8.0.3$Windows_X86_64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zh-CN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