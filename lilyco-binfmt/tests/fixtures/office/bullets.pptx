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7680960" cy="3840480"/>
          </a:xfrm>
        </p:spPr>
        <p:txBody>
          <a:bodyPr/>
          <a:lstStyle/>
          <a:p>
            <a:r>
              <a:t>第一页什么都不写</a:t>
            </a:r>
          </a:p>
          <a:p>
            <a:r>
              <a:t>第二行也照样不写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7680960" cy="3840480"/>
          </a:xfrm>
        </p:spPr>
        <p:txBody>
          <a:bodyPr/>
          <a:lstStyle/>
          <a:p>
            <a:pPr marL="342900" indent="-342900">
              <a:buSzPct val="100000"/>
              <a:buChar char="•"/>
            </a:pPr>
            <a:r>
              <a:t>符号是圆点</a:t>
            </a:r>
          </a:p>
          <a:p>
            <a:pPr marL="342900" indent="-228600">
              <a:buSzPct val="90000"/>
              <a:buChar char="‣"/>
            </a:pPr>
            <a:r>
              <a:t>符号是三级箭头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t>这一行后面留一行间距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7680960" cy="3840480"/>
          </a:xfrm>
        </p:spPr>
        <p:txBody>
          <a:bodyPr/>
          <a:lstStyle/>
          <a:p>
            <a:pPr marL="457200" indent="-457200">
              <a:buAutoNum type="arabicPeriod" startAt="3"/>
            </a:pPr>
            <a:r>
              <a:t>自动编号从三开始</a:t>
            </a:r>
          </a:p>
          <a:p>
            <a:pPr marL="457200" indent="-457200">
              <a:buAutoNum type="arabicPeriod"/>
            </a:pPr>
            <a:r>
              <a:t>第二条编号它自己排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7680960" cy="3840480"/>
          </a:xfrm>
        </p:spPr>
        <p:txBody>
          <a:bodyPr/>
          <a:lstStyle/>
          <a:p>
            <a:pPr marL="0" indent="0">
              <a:buNone/>
            </a:pPr>
            <a:r>
              <a:t>明确不画符号</a:t>
            </a:r>
          </a:p>
          <a:p>
            <a:pPr marL="914400" indent="0">
              <a:buNone/>
            </a:pPr>
            <a:r>
              <a:t>缩进留大而不给符号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