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单击以移动幻灯片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4A9FC3-0A4E-418E-9932-2C3DAD1179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备注里的字不算进正文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E682F5-469F-4D81-8165-7918398CD8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366B12-8F4A-4197-9EEE-FA2B0CDBE7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391BA8-CB08-43C5-A5DD-9A56CD4B82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3C0032-D655-4D3C-9570-383B5DF3D0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D97A99-625A-4A67-8EC7-21795CDE4B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A2E676-FDD9-4183-9520-799B37E084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C3F283-8FCF-4CCD-B177-8B530F8E45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4554E9-5457-42C7-88B2-AC3D435B29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2EB6DD-9192-484E-B3C9-44D47DC15F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9FDE5A-FF98-4C90-B6F8-B85DA19E17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8E22DF-9532-49EA-9E1C-136A9A09C3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7C87AD-BC30-4AAC-BE1E-2141005604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48640" y="1463040"/>
            <a:ext cx="54860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中文字数 一句话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English words only here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混 一起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9" name="Table 2"/>
          <p:cNvGraphicFramePr/>
          <p:nvPr/>
        </p:nvGraphicFramePr>
        <p:xfrm>
          <a:off x="548640" y="1463040"/>
          <a:ext cx="548604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表格里的字 </a:t>
                      </a: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 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第二格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第三格 一句话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第四格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999999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2</vt:r8>
  </property>
</Properties>
</file>