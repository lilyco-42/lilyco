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实色"/>
          <p:cNvSpPr txBox="1"/>
          <p:nvPr/>
        </p:nvSpPr>
        <p:spPr>
          <a:xfrm>
            <a:off x="500000" y="500000"/>
            <a:ext cx="4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实色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无填充"/>
          <p:cNvSpPr txBox="1"/>
          <p:nvPr/>
        </p:nvSpPr>
        <p:spPr>
          <a:xfrm>
            <a:off x="500000" y="500000"/>
            <a:ext cx="4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无填充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chemeClr val="accent1"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shade val="100000"/>
                <a:satMod val="350000"/>
              </a:schemeClr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渐变"/>
          <p:cNvSpPr txBox="1"/>
          <p:nvPr/>
        </p:nvSpPr>
        <p:spPr>
          <a:xfrm>
            <a:off x="500000" y="500000"/>
            <a:ext cx="4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渐变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什么都不写"/>
          <p:cNvSpPr txBox="1"/>
          <p:nvPr/>
        </p:nvSpPr>
        <p:spPr>
          <a:xfrm>
            <a:off x="500000" y="500000"/>
            <a:ext cx="4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什么都不写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