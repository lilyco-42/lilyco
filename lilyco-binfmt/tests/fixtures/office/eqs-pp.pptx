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式子前后都有正文</a:t>
            </a:r>
            <a14:m xmlns:a14="http://schemas.microsoft.com/office/drawing/2010/main" xmlns:m="http://schemas.openxmlformats.org/officeDocument/2006/math">
              <m:oMath>
                <m:f>
                  <m:num>
                    <m:r>
                      <m:t>a</m:t>
                    </m:r>
                  </m:num>
                  <m:den>
                    <m:r>
                      <m:t>b</m:t>
                    </m:r>
                  </m:den>
                </m:f>
              </m:oMath>
            </a14:m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式子前后都有正文</a:t>
            </a:r>
            <a14:m xmlns:a14="http://schemas.microsoft.com/office/drawing/2010/main" xmlns:m="http://schemas.openxmlformats.org/officeDocument/2006/math">
              <m:oMath>
                <m:rad>
                  <m:radPr>
                    <m:degHide m:val="1"/>
                  </m:radPr>
                  <m:deg/>
                  <m:e>
                    <m:r>
                      <m:t>1</m:t>
                    </m:r>
                    <m:r>
                      <m:t>2</m:t>
                    </m:r>
                  </m:e>
                </m:rad>
              </m:oMath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