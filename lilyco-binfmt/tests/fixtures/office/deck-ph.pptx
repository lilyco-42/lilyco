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预算评审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先讲口径</a:t>
            </a:r>
          </a:p>
          <a:p>
            <a:r>
              <a:t>再讲数字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这不是占位符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只有一个文本框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