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r>
                        <a:t>四边都给</a:t>
                      </a:r>
                    </a:p>
                  </a:txBody>
                  <a:tcPr marL="91440" marR="45720" marT="36576" marB="0"/>
                </a:tc>
                <a:tc>
                  <a:txBody>
                    <a:bodyPr/>
                    <a:lstStyle/>
                    <a:p>
                      <a:r>
                        <a:t>四边全零</a:t>
                      </a:r>
                    </a:p>
                  </a:txBody>
                  <a:tcPr marL="0" marR="0" marT="0" marB="0"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只改左边</a:t>
                      </a:r>
                    </a:p>
                  </a:txBody>
                  <a:tcPr marL="182880"/>
                </a:tc>
                <a:tc>
                  <a:txBody>
                    <a:bodyPr/>
                    <a:lstStyle/>
                    <a:p>
                      <a:r>
                        <a:t>一格都不碰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54864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822960">
                <a:tc>
                  <a:txBody>
                    <a:bodyPr/>
                    <a:lstStyle/>
                    <a:p>
                      <a:r>
                        <a:t>缺省左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缺省右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