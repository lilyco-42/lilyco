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备注里的字不算进正文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中文字数 一句话</a:t>
            </a:r>
          </a:p>
          <a:p>
            <a:r>
              <a:t>English words only here</a:t>
            </a:r>
          </a:p>
          <a:p>
            <a:r>
              <a:t>混 一起 two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t>表格里的字 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第二格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第三格 一句话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第四格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999999</Words>
  <Application>Microsoft Macintosh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