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5" r:id="rId11"/>
    <p:sldMasterId id="2147483666" r:id="rId12"/>
  </p:sldMasterIdLst>
  <p:sldIdLst>
    <p:sldId id="256" r:id="rId13"/>
    <p:sldId id="257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48D17-BB7F-44AD-AB65-7F06E218D6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98F867-0432-4425-A323-BC94AB7109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7C4E7BE-8109-4D81-8655-35281DD852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58D009D-6E66-4D50-80F4-E2A738524D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A4A4668-3F16-4AFC-833E-6486C05D63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641105B-D464-47BA-8A29-A531585DD9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3B17A83-60EB-4E20-B2AD-6E369ECCF1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4D5BAA3-8934-4F2F-A874-DCC05E0B0A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D9E545-06A5-426D-940A-2582FF9AA9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88C6FD-55FD-4DA1-B703-340449190C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EA2CDD-0075-4C96-AECB-B440FAAD0A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A54ECA-A31D-4CF8-9C41-E9EAA8B325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3CB449-2364-4023-A0CC-567054D058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5A38E5-FD6B-4126-8F25-4F16172A26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52493B-D7A7-47A9-8E11-3F07F6CE71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DC54E6-3E10-432E-9410-5419DEA760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460629-DA5F-4FAB-BBBD-ED4103C7E6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8EC1F2-0A7C-4F1C-8D81-98F1CDF22F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BEA276-24B5-4859-A267-56391DC2AC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budget" TargetMode="External"/><Relationship Id="rId2" Type="http://schemas.openxmlformats.org/officeDocument/2006/relationships/hyperlink" Target="mailto:liuqi@example.com" TargetMode="External"/><Relationship Id="rId3" Type="http://schemas.openxmlformats.org/officeDocument/2006/relationships/hyperlink" Target="https://example.com/raw" TargetMode="External"/><Relationship Id="rId4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链接那一页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914400" y="1828800"/>
            <a:ext cx="64004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第三季度的说明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（口径见附页，这一段没链）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发邮件问预算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3"/>
              </a:rPr>
              <a:t>https://example.com/raw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914400" y="1828800"/>
            <a:ext cx="2466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这一页一条链接也没有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