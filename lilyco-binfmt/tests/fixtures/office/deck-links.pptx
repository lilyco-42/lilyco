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example.com/budget" TargetMode="External"/><Relationship Id="rId3" Type="http://schemas.openxmlformats.org/officeDocument/2006/relationships/hyperlink" Target="mailto:liuqi@example.com" TargetMode="External"/><Relationship Id="rId4" Type="http://schemas.openxmlformats.org/officeDocument/2006/relationships/hyperlink" Target="https://example.com/raw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链接那一页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hlinkClick r:id="rId2"/>
              </a:rPr>
              <a:t>第三季度的说明</a:t>
            </a:r>
          </a:p>
          <a:p>
            <a:r>
              <a:t>（口径见附页，这一段没链）</a:t>
            </a:r>
          </a:p>
          <a:p>
            <a:r>
              <a:rPr>
                <a:hlinkClick r:id="rId3"/>
              </a:rPr>
              <a:t>发邮件问预算</a:t>
            </a:r>
          </a:p>
          <a:p>
            <a:r>
              <a:rPr>
                <a:hlinkClick r:id="rId4"/>
              </a:rPr>
              <a:t>https://example.com/raw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这一页一条链接也没有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