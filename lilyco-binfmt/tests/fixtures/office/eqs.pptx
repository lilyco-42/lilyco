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1.emf" ContentType="image/x-emf"/>
  <Override PartName="/ppt/media/image2.emf" ContentType="image/x-emf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27B4DD-CB01-46C1-9ACE-17BEC3E838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C244B3-BA07-4661-9509-13BF05688E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6AB614-20B1-4F5F-8979-144441E636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emf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a14="http://schemas.microsoft.com/office/drawing/2010/main" Requires="a14">
          <p:sp>
            <p:nvSpPr>
              <p:cNvPr id="9" name="对象1"/>
              <p:cNvSpPr txBox="1"/>
              <p:nvPr/>
            </p:nvSpPr>
            <p:spPr>
              <a:xfrm>
                <a:off x="0" y="0"/>
                <a:ext cx="1173960" cy="60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a</m:t>
                        </m:r>
                      </m:num>
                      <m:den>
                        <m:r>
                          <m:t xml:space="preserve"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对象1"/>
              <p:cNvSpPr txBox="1"/>
              <p:nvPr/>
            </p:nvSpPr>
            <p:spPr>
              <a:xfrm>
                <a:off x="0" y="0"/>
                <a:ext cx="1173960" cy="606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a14="http://schemas.microsoft.com/office/drawing/2010/main" Requires="a14">
          <p:sp>
            <p:nvSpPr>
              <p:cNvPr id="10" name="对象2"/>
              <p:cNvSpPr txBox="1"/>
              <p:nvPr/>
            </p:nvSpPr>
            <p:spPr>
              <a:xfrm>
                <a:off x="0" y="0"/>
                <a:ext cx="1173960" cy="60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1</m:t>
                        </m:r>
                        <m:r>
                          <m:t xml:space="preserve">2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10" name="对象2"/>
              <p:cNvSpPr txBox="1"/>
              <p:nvPr/>
            </p:nvSpPr>
            <p:spPr>
              <a:xfrm>
                <a:off x="0" y="0"/>
                <a:ext cx="1173960" cy="6069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1" name="文本框1"/>
          <p:cNvSpPr txBox="1"/>
          <p:nvPr/>
        </p:nvSpPr>
        <p:spPr>
          <a:xfrm>
            <a:off x="360000" y="360000"/>
            <a:ext cx="2880000" cy="72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这一页还有一句普通字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