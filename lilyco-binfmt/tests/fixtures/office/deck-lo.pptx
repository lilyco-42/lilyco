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6" r:id="rId11"/>
    <p:sldMasterId id="2147483667" r:id="rId12"/>
  </p:sldMasterIdLst>
  <p:notesMasterIdLst>
    <p:notesMasterId r:id="rId13"/>
  </p:notesMasterIdLst>
  <p:sldIdLst>
    <p:sldId id="256" r:id="rId14"/>
    <p:sldId id="257" r:id="rId1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单击以移动幻灯片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30B3E13-C594-4716-AF09-CEB33B93172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评审时先讲口径再讲数字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FC78138-FEB6-4188-880B-EA926C8AC0C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DACD6F-468F-4863-B4B2-74231CDAE4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80F245-C63A-4C15-9135-35712159D3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3076CD2-B374-4BB7-B88A-57093ADC9A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957BD4E-04E0-4B94-97E8-00A1EB1876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F823722-2735-4E5D-8E84-E884C08229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9262421-9912-4A46-9C2F-259AEAD622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4AC9098-38F4-4F37-B537-AF351B22A0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3DBE0FF-851F-4D5E-A6B6-04FD2CACA4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B5E56C3-B210-46B7-BB8B-B56CC9895F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196BB4-09EC-4548-8AB1-58CB264302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DF86C9-EFD3-49B1-B422-6BF8A412E9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D24E3F-13F1-4D2F-B7CB-3ECBA35D62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9D359E-0941-4905-A862-589D6418AF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3991FC-DA1F-41FE-B3AB-7B190D2678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67EDEA-9AFE-41C2-9F94-116BF921DF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58D8EE-326C-4E4D-9E48-7999850481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E982EA-BCD9-4CA9-B8F6-F111E435C4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1754C0-8FD3-49FE-9A80-C5E2FD5156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641"/>
              </a:spcBef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641"/>
              </a:spcBef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E765CA-53E4-4254-A17E-8D9C92EBB4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ctr">
              <a:buNone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双击添加图像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41C044-F892-435E-A464-D8FE4F5C74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预算评审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新增两台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64 </a:t>
            </a: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核应用服务器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第二条要点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8" name="Picture 3" descr="dot.png"/>
          <p:cNvPicPr/>
          <p:nvPr/>
        </p:nvPicPr>
        <p:blipFill>
          <a:blip r:embed="rId1"/>
          <a:stretch/>
        </p:blipFill>
        <p:spPr>
          <a:xfrm>
            <a:off x="5486400" y="1828800"/>
            <a:ext cx="914040" cy="91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第二页：数字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80" name="Table 2"/>
          <p:cNvGraphicFramePr/>
          <p:nvPr/>
        </p:nvGraphicFramePr>
        <p:xfrm>
          <a:off x="914400" y="1828800"/>
          <a:ext cx="3657240" cy="9140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科目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金额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服务器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124000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liuqi</dc:creator>
  <dc:description>fixture produced by python-pptx</dc:description>
  <cp:keywords>budget quarterly</cp:keywords>
  <dc:language>zh-CN</dc:language>
  <cp:lastModifiedBy>Steve Canny</cp:lastModifiedBy>
  <dcterms:modified xsi:type="dcterms:W3CDTF">2013-01-27T09:15:58Z</dcterms:modified>
  <cp:revision>1</cp:revision>
  <dc:subject/>
  <dc:title>季度预算说明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