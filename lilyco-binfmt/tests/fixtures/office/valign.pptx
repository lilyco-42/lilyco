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r>
                        <a:t>贴顶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r>
                        <a:t>居中且整块居中</a:t>
                      </a:r>
                    </a:p>
                  </a:txBody>
                  <a:tcPr anchor="ctr" anchorCtr="1"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贴底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t>两端对齐</a:t>
                      </a:r>
                    </a:p>
                  </a:txBody>
                  <a:tcPr anchor="just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54864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r>
                        <a:t>两枚都不写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也不写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