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4464A8-82E1-474B-AB07-FA83C2BA21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008FDD-75B4-4F63-8943-9A0722485C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CF6DED-132A-4C99-8FF9-DCFD42B2A5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4989E3-EBAF-4D13-BA73-8FC66FAD07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7CA2AD-AF29-4824-90A7-E45FBFF714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1879B0B-BCC9-4923-8755-3359204D27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71BD7F-C9D0-4BC6-938D-F8BD19EFD3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8CEC5D-B08C-409E-AEB6-A9BBA75803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8648E5-BE2C-4682-861D-53745445F3D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单击以编辑标题文本格式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A47F10-9B2A-4C66-8CDC-B8F366AEBF9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109520-072E-438B-B669-72FABA54A4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2000160" y="2999880"/>
            <a:ext cx="29995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第一页：淡入、点一下也换、五秒自动换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 spd="med" advTm="50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2000160" y="2999880"/>
            <a:ext cx="29995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第二页：只写切换效果（左向擦除）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ransition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2000160" y="2999880"/>
            <a:ext cx="2999520" cy="79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第三页：切换这件事一个字都没写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