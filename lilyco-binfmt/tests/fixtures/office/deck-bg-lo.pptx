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96A799-B3D4-4EB6-A9D7-9FFCE25E0D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287CD0-052F-4412-8B11-A31E95B604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9A142B-2469-4B19-9D3A-1B10EEABAE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66EDEF-60BF-4239-A300-B29694CF8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6E1450-E2F1-4D82-99CD-05452D0BA9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0E4F9B-AF95-43C1-87CC-002F8E4C43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69D067-7085-4E01-8378-869F10A6AC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FBBE5F-0470-4897-937B-2330E4C985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E0DDDD-3F2D-44F6-BE87-AE6A344D39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11FF3F-F6D3-4B3A-B9BD-39C74AEA53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C2A06A-815F-4F62-8CBB-2B349B57D6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实色"/>
          <p:cNvSpPr/>
          <p:nvPr/>
        </p:nvSpPr>
        <p:spPr>
          <a:xfrm>
            <a:off x="500040" y="500040"/>
            <a:ext cx="39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实色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无填充"/>
          <p:cNvSpPr/>
          <p:nvPr/>
        </p:nvSpPr>
        <p:spPr>
          <a:xfrm>
            <a:off x="500040" y="500040"/>
            <a:ext cx="39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无填充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E7FCC"/>
            </a:gs>
            <a:gs pos="100000">
              <a:srgbClr val="A4C1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渐变"/>
          <p:cNvSpPr/>
          <p:nvPr/>
        </p:nvSpPr>
        <p:spPr>
          <a:xfrm>
            <a:off x="500040" y="500040"/>
            <a:ext cx="39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渐变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什么都不写"/>
          <p:cNvSpPr/>
          <p:nvPr/>
        </p:nvSpPr>
        <p:spPr>
          <a:xfrm>
            <a:off x="500040" y="500040"/>
            <a:ext cx="39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什么都不写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