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红点" descr="一个红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60000"/>
            <a:ext cx="1440000" cy="86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1800000"/>
            <a:ext cx="508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8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没有图的一页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