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9D9D5F-CF19-4ADE-A7AE-B9BA3E024C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6F8994-DF0F-47B8-AC3A-BC4A43F0A6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9245FA-7B36-40E1-8AA3-4200E3FDC1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7AD176-AF29-4DB2-A176-6B881E2569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7FC515-96ED-4EDC-ACCC-5436BFFBE7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03FF58-91A1-4EB1-8EF6-31F35D8BF6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180C8F-889C-442B-BFFE-EBE8874D53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6B7955-00D7-4F6A-9393-1658B8C84A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6BD2B6-F9BF-4E78-96B7-7DCBDA1E3B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EB3B1C-6D49-4B06-9119-4AAC3974F2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双击添加图像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1D2734-F44A-4C86-AE0A-6B191241C8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预算评审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先讲口径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再讲数字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第二页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914400" y="3657600"/>
            <a:ext cx="2742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这不是占位符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457200" y="45720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只有一个文本框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