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5486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r>
                        <a:t>四条实线</a:t>
                      </a:r>
                    </a:p>
                  </a:txBody>
                  <a:tcPr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零宽与虚线</a:t>
                      </a:r>
                    </a:p>
                  </a:txBody>
                  <a:tcPr>
                    <a:lnL w="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noFill 与对角线</a:t>
                      </a:r>
                    </a:p>
                  </a:txBody>
                  <a:tcP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254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t>一枚线都不写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54864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r>
                        <a:t>缺省左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缺省右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