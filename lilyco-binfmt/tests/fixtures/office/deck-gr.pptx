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散着的框"/>
          <p:cNvSpPr txBox="1"/>
          <p:nvPr/>
        </p:nvSpPr>
        <p:spPr>
          <a:xfrm>
            <a:off x="100000" y="100000"/>
            <a:ext cx="2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页上一个散着的框</a:t>
            </a:r>
          </a:p>
        </p:txBody>
      </p:sp>
      <p:grpSp>
        <p:nvGrpSpPr>
          <p:cNvPr id="3" name="三个框的组合"/>
          <p:cNvGrpSpPr/>
          <p:nvPr/>
        </p:nvGrpSpPr>
        <p:grpSpPr>
          <a:xfrm>
            <a:off x="0" y="0"/>
            <a:ext cx="2900000" cy="900000"/>
            <a:chOff x="0" y="0"/>
            <a:chExt cx="2900000" cy="900000"/>
          </a:xfrm>
        </p:grpSpPr>
        <p:sp>
          <p:nvSpPr>
            <p:cNvPr id="4" name="组合里的第1个"/>
            <p:cNvSpPr txBox="1"/>
            <p:nvPr/>
          </p:nvSpPr>
          <p:spPr>
            <a:xfrm>
              <a:off x="0" y="0"/>
              <a:ext cx="1400000" cy="4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组合里第一个</a:t>
              </a:r>
            </a:p>
          </p:txBody>
        </p:sp>
        <p:sp>
          <p:nvSpPr>
            <p:cNvPr id="5" name="组合里的第2个"/>
            <p:cNvSpPr txBox="1"/>
            <p:nvPr/>
          </p:nvSpPr>
          <p:spPr>
            <a:xfrm>
              <a:off x="1500000" y="0"/>
              <a:ext cx="1400000" cy="4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组合里第二个</a:t>
              </a:r>
            </a:p>
          </p:txBody>
        </p:sp>
        <p:sp>
          <p:nvSpPr>
            <p:cNvPr id="6" name="组合里的第3个"/>
            <p:cNvSpPr txBox="1"/>
            <p:nvPr/>
          </p:nvSpPr>
          <p:spPr>
            <a:xfrm>
              <a:off x="0" y="500000"/>
              <a:ext cx="2900000" cy="4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组合里第三个（宽一点）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