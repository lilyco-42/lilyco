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5" r:id="rId11"/>
    <p:sldMasterId id="2147483666" r:id="rId12"/>
  </p:sldMasterIdLst>
  <p:sldIdLst>
    <p:sldId id="256" r:id="rId13"/>
    <p:sldId id="257" r:id="rId14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710EF3-7A6E-4A73-9E3F-8D601CFBAE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787001-152E-49DF-AE6C-FF93C367528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CCF8B57-B099-4B1A-A950-D9B122DC4E5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92137CC7-DF0C-4F17-989D-1CB7FD6D2C5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11C37A99-F76D-4E6B-BEA4-53B2E6AA481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4944917-9713-424D-B3DD-0BC81CEDB12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860CA1A3-CAA3-4BB8-A211-45D605FFFAA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</a:pP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8DBEDD2-560E-498B-8CBE-BEF2D4BAEBF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zh-CN"/>
              <a:t/>
            </a: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038A95-708C-493E-BF60-9E6495A2C91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00C7E1E-3CDB-4CE8-B8FA-328AE432A88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2240A9-4B38-4BF2-AB23-997E0AA1E79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69ECE30-B9AC-467B-B5B0-0B63511485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D93F65-0096-41CA-949B-F93696FE6BF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ACDDE76-5198-4DA3-9A70-A8FE4A0DB7D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7D0F8E3-9BA8-4F79-967B-EE438165F3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0D2442-C044-4D31-BB7B-8EEA245533B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zh-CN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点击以编辑提纲文本格式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第二提纲级别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第三提纲级别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第四提纲级别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第五提纲级别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第六提纲级别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第七提纲级别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5F6E611-3744-4C28-964A-EE4286E3485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641"/>
              </a:spcBef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indent="0" algn="l" defTabSz="457200">
              <a:lnSpc>
                <a:spcPct val="100000"/>
              </a:lnSpc>
              <a:spcBef>
                <a:spcPts val="641"/>
              </a:spcBef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2094A88-FE58-42D0-8F26-CE53DFDD733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38160">
            <a:noFill/>
          </a:ln>
        </p:spPr>
        <p:txBody>
          <a:bodyPr lIns="90000" tIns="45000" rIns="90000" bIns="45000" anchor="ctr" anchorCtr="1">
            <a:noAutofit/>
          </a:bodyPr>
          <a:p>
            <a:pPr indent="0" algn="ctr">
              <a:buNone/>
            </a:pPr>
            <a:r>
              <a:rPr lang="zh-CN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双击添加图像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&lt;日期/时间&gt;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&lt;页脚&gt;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3F9D6E-E4E1-4A20-A239-1C73D4ECB67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&lt;编号&gt;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/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第一页：看得见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zh-CN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第二页：放映时藏起来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TextBox 2"/>
          <p:cNvSpPr/>
          <p:nvPr/>
        </p:nvSpPr>
        <p:spPr>
          <a:xfrm>
            <a:off x="914400" y="2743200"/>
            <a:ext cx="200952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zh-CN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藏起来那页也有字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LibreOffice/26.8.0.3$Windows_X86_64 LibreOffice_project/bce0998afefdbc355585ca324285661a2170ba77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zh-CN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