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22860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t>不缩：这一框的字超出去就超出去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框随字长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2286000" cy="914400"/>
          </a:xfrm>
          <a:prstGeom prst="rect">
            <a:avLst/>
          </a:prstGeom>
          <a:noFill/>
        </p:spPr>
        <p:txBody>
          <a:bodyPr wrap="square">
            <a:normAutofit fontScale="75000" lnSpcReduction="20000"/>
          </a:bodyPr>
          <a:lstStyle/>
          <a:p>
            <a:r>
              <a:t>字缩进框：这一段本来要两行，压成一行了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没人设过自动缩放的新框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