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CC5C49-BF4A-462E-9A2C-59BC09F626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95F6AC-A73B-4DF7-BFF2-7B46067D397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AF8325-003A-4B1E-8661-AE6B7AFCED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D2B79E-4F33-48CC-8EB7-56CB1405FC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087888-8328-467C-AFA2-DD83C29017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247CC1-FD95-49FB-9A62-AA2FDCBDF1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1653D7-E0A6-4F97-B343-6711C122EC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46E065-12BB-4749-A4FB-186AFDB30A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57464E-23C1-4FBB-8614-3B7005413E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4404BD-71D6-410C-B02B-79F2D79CF0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双击添加图像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386583-3C70-4523-8294-F8899A9F7E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31520" y="1463040"/>
            <a:ext cx="7680600" cy="384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第一页什么都不写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第二行也照样不写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731520" y="1463040"/>
            <a:ext cx="7680600" cy="384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符号是圆点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2286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90000"/>
              <a:buFont typeface="Arial"/>
              <a:buChar char="‣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符号是三级箭头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这一行后面留一行间距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31520" y="1463040"/>
            <a:ext cx="7680600" cy="384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4572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AutoNum type="arabicPeriod" startAt="3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自动编号从三开始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indent="-4572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AutoNum type="arabicPeriod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第二条编号它自己排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731520" y="1463040"/>
            <a:ext cx="7680600" cy="384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明确不画符号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缩进留大而不给符号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