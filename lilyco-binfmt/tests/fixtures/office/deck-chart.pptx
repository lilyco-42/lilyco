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一月</c:v>
                </c:pt>
                <c:pt idx="1">
                  <c:v>二月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支出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一月</c:v>
                </c:pt>
                <c:pt idx="1">
                  <c:v>二月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</c:v>
                </c:pt>
                <c:pt idx="1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服务器</c:v>
                </c:pt>
                <c:pt idx="1">
                  <c:v>网络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124000</c:v>
                </c:pt>
                <c:pt idx="1">
                  <c:v>18000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逐月收支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457200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852160" y="1463040"/>
          <a:ext cx="2743200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这一页一张图也没有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