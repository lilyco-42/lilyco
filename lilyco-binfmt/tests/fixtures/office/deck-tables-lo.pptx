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5" r:id="rId11"/>
    <p:sldMasterId id="2147483666" r:id="rId12"/>
  </p:sldMasterIdLst>
  <p:sldIdLst>
    <p:sldId id="256" r:id="rId13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6F9E20-1639-4574-9797-EB51C564315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523319-F891-43A9-BE5B-E4F2D7E272F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3715E9B-972D-4997-AB4E-05D9D604069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419A6BC-E374-4B99-8F6C-2F7DA7815DA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CC89ABC-58BE-42C6-916E-CCFEE4B8B06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DDD44B3C-0947-4663-A002-1B2927D6E78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312B858C-27F3-4937-979A-6A91180F908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2E915678-E29A-47C8-A002-A9C0D942209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F616BA0-79BC-4E64-9974-0472942D673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3914D22-12E2-4686-ACBB-5EFCB0C4FA4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anchorCtr="1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B8C2BBE-CCB9-4ADA-AD46-AD36967AADF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A66F473-FD23-480C-A677-C2F80AA98D5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2CC701C-BE3C-4BD8-934A-743E34F76F2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846F033-05B1-48FE-8AD0-B08B5A0C0E9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EF86592-C558-41CA-9B97-3EBF6A3F6CF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D7CA851-126E-4B3F-BE18-09BEAA46395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点击以编辑提纲文本格式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第二提纲级别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第三提纲级别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第四提纲级别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第五提纲级别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第六提纲级别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第七提纲级别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731A720-F5D4-4002-90C3-DEF998295B4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641"/>
              </a:spcBef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indent="0" algn="l" defTabSz="457200">
              <a:lnSpc>
                <a:spcPct val="100000"/>
              </a:lnSpc>
              <a:spcBef>
                <a:spcPts val="641"/>
              </a:spcBef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B55EFB4-5136-426C-BA59-8C9A1C56A96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 indent="0" algn="ctr">
              <a:buNone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双击添加图像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8BE9F8F-FC6F-4348-89EB-988FCF8D12B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表格那一页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69" name="Table 2"/>
          <p:cNvGraphicFramePr/>
          <p:nvPr/>
        </p:nvGraphicFramePr>
        <p:xfrm>
          <a:off x="914400" y="1828800"/>
          <a:ext cx="6400440" cy="219492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</a:tblGrid>
              <a:tr h="609480">
                <a:tc gridSpan="2"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科目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金额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pPr/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备注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914400">
                <a:tc>
                  <a:txBody>
                    <a:bodyPr rIns="45720" anchor="b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服务器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1440" marR="4572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124000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 rowSpan="2"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含税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609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网络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设备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8000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vMerge="1">
                  <a:txBody>
                    <a:bodyPr lIns="90000" tIns="45000" rIns="90000" bIns="45000" anchor="t">
                      <a:noAutofit/>
                    </a:bodyPr>
                    <a:p>
                      <a:pPr/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LibreOffice/26.8.0.3$Windows_X86_64 LibreOffice_project/bce0998afefdbc355585ca324285661a2170ba77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liuqi</dc:creator>
  <dc:description>generated using python-pptx</dc:description>
  <dc:language>zh-CN</dc:language>
  <cp:lastModifiedBy>Steve Canny</cp:lastModifiedBy>
  <dcterms:modified xsi:type="dcterms:W3CDTF">2013-01-27T09:15:58Z</dcterms:modified>
  <cp:revision>1</cp:revision>
  <dc:subject/>
  <dc:title>季度预算说明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