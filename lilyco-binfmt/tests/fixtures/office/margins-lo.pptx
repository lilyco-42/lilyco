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5697D6-400B-4055-8876-003BCD76E2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AC5B86-F260-4B72-92B2-4BF24FB149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AF0F1B-336D-4405-B903-0A06FA15FC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BCC24C-3BB5-49F2-BA23-2373173F58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98400B-3627-4D6D-84DC-07AB966457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F5BC49-CFA8-49DC-8600-5B89E70BA0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7626E8-3D3B-44EF-8D76-44F444AFDA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039D9B-E0E3-4AF5-BFE7-C1A42CABE7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7424BC-0145-4B0A-A708-766BBD48E2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379952-76F9-46D7-B1F5-9F2F2012BE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DE4933-7F05-4A92-A2B6-29AA060318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1" name="Table 2"/>
          <p:cNvGraphicFramePr/>
          <p:nvPr/>
        </p:nvGraphicFramePr>
        <p:xfrm>
          <a:off x="548640" y="1463040"/>
          <a:ext cx="548604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731520">
                <a:tc>
                  <a:txBody>
                    <a:bodyPr tIns="36360" rIns="45720" bIns="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四边都给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45720" marT="3636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0" tIns="0" rIns="0" bIns="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四边全零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lIns="1828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只改左边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一格都不碰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3" name="Table 2"/>
          <p:cNvGraphicFramePr/>
          <p:nvPr/>
        </p:nvGraphicFramePr>
        <p:xfrm>
          <a:off x="548640" y="1463040"/>
          <a:ext cx="5486040" cy="822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缺省左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缺省右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