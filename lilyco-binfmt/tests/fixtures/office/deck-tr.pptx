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0" y="3000000"/>
            <a:ext cx="3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第一页：淡入、点一下也换、五秒自动换</a:t>
            </a:r>
          </a:p>
        </p:txBody>
      </p:sp>
    </p:spTree>
  </p:cSld>
  <p:clrMapOvr>
    <a:masterClrMapping/>
  </p:clrMapOvr>
  <p:transition spd="med" advClick="1" advTm="5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0" y="3000000"/>
            <a:ext cx="3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第二页：只写切换效果（左向擦除）</a:t>
            </a:r>
          </a:p>
        </p:txBody>
      </p:sp>
    </p:spTree>
  </p:cSld>
  <p:clrMapOvr>
    <a:masterClrMapping/>
  </p:clrMapOvr>
  <p:transition spd="fast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0" y="3000000"/>
            <a:ext cx="3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第三页：切换这件事一个字都没写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