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271219-9C41-4E52-A896-952DF1DDAC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7DDA29-2E90-4403-9F9D-B3A65054DB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A4EA7F-32E7-4115-9BB8-A112C274C4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A21BDE-F1FB-4400-8429-ED9B26BE1E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03F16A-27D2-46FE-9882-49CF255EDD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10441B-8268-42C9-B3F3-3079186AA3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3EE8B4-170F-4789-BCA9-25DA7268F6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6F2334-A43A-416B-A9D8-068D182633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957470-55D9-48EA-A533-EF6496261B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48EFFF-D7A8-4323-9FE3-23AE8F32F5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363A37-EEED-47A7-8E95-21A5FB6E33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1" name="Table 2"/>
          <p:cNvGraphicFramePr/>
          <p:nvPr/>
        </p:nvGraphicFramePr>
        <p:xfrm>
          <a:off x="548640" y="1463040"/>
          <a:ext cx="548604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四条实线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零宽与虚线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0000"/>
                      </a:solidFill>
                      <a:prstDash val="dash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noFill </a:t>
                      </a: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与对角线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一枚线都不写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3" name="Table 2"/>
          <p:cNvGraphicFramePr/>
          <p:nvPr/>
        </p:nvGraphicFramePr>
        <p:xfrm>
          <a:off x="548640" y="1463040"/>
          <a:ext cx="5486040" cy="822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缺省左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缺省右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